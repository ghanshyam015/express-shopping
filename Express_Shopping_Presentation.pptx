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6000">
                <a:solidFill>
                  <a:srgbClr val="FFFFFF"/>
                </a:solidFill>
              </a:defRPr>
            </a:pPr>
            <a:r>
              <a:t>Express</a:t>
            </a:r>
          </a:p>
          <a:p>
            <a:pPr>
              <a:defRPr b="1" sz="6000">
                <a:solidFill>
                  <a:srgbClr val="FFFFFF"/>
                </a:solidFill>
              </a:defRPr>
            </a:pPr>
            <a:r>
              <a:t>Shopping</a:t>
            </a:r>
          </a:p>
          <a:p>
            <a:pPr>
              <a:defRPr b="1" sz="6000">
                <a:solidFill>
                  <a:srgbClr val="FFFFFF"/>
                </a:solidFill>
              </a:defRPr>
            </a:pPr>
            <a:r>
              <a:t>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Minor Project  |  React.js + Node.js +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E8460A"/>
                </a:solidFill>
              </a:defRPr>
            </a:pPr>
            <a: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1F2D7B"/>
                </a:solidFill>
              </a:defRPr>
            </a:pPr>
            <a:r>
              <a:t>● Introduction</a:t>
            </a:r>
          </a:p>
          <a:p>
            <a:pPr>
              <a:spcAft>
                <a:spcPts val="1200"/>
              </a:spcAft>
              <a:defRPr sz="2400">
                <a:solidFill>
                  <a:srgbClr val="1F2D7B"/>
                </a:solidFill>
              </a:defRPr>
            </a:pPr>
            <a:r>
              <a:t>● Scope of Proposed System</a:t>
            </a:r>
          </a:p>
          <a:p>
            <a:pPr>
              <a:spcAft>
                <a:spcPts val="1200"/>
              </a:spcAft>
              <a:defRPr sz="2400">
                <a:solidFill>
                  <a:srgbClr val="1F2D7B"/>
                </a:solidFill>
              </a:defRPr>
            </a:pPr>
            <a:r>
              <a:t>● Objective of Proposed System</a:t>
            </a:r>
          </a:p>
          <a:p>
            <a:pPr>
              <a:spcAft>
                <a:spcPts val="1200"/>
              </a:spcAft>
              <a:defRPr sz="2400">
                <a:solidFill>
                  <a:srgbClr val="1F2D7B"/>
                </a:solidFill>
              </a:defRPr>
            </a:pPr>
            <a:r>
              <a:t>● Task Dependency Diagram</a:t>
            </a:r>
          </a:p>
          <a:p>
            <a:pPr>
              <a:spcAft>
                <a:spcPts val="1200"/>
              </a:spcAft>
              <a:defRPr sz="2400">
                <a:solidFill>
                  <a:srgbClr val="1F2D7B"/>
                </a:solidFill>
              </a:defRPr>
            </a:pPr>
            <a:r>
              <a:t>● DFD / UML</a:t>
            </a:r>
          </a:p>
          <a:p>
            <a:pPr>
              <a:spcAft>
                <a:spcPts val="1200"/>
              </a:spcAft>
              <a:defRPr sz="2400">
                <a:solidFill>
                  <a:srgbClr val="1F2D7B"/>
                </a:solidFill>
              </a:defRPr>
            </a:pPr>
            <a:r>
              <a:t>● Step by Step Screen Layouts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10247" y="1371600"/>
            <a:ext cx="4572000" cy="3657600"/>
          </a:xfrm>
          <a:prstGeom prst="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4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3695" y="914400"/>
            <a:ext cx="3200400" cy="1828800"/>
          </a:xfrm>
          <a:prstGeom prst="roundRect">
            <a:avLst/>
          </a:prstGeom>
          <a:solidFill>
            <a:srgbClr val="E8EA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16575" y="10972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Easy Shopping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Express Shopping lets customers browse, search, and purchase products online from any device at any time of the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16975" y="914400"/>
            <a:ext cx="3200400" cy="1828800"/>
          </a:xfrm>
          <a:prstGeom prst="roundRect">
            <a:avLst/>
          </a:prstGeom>
          <a:solidFill>
            <a:srgbClr val="E8EA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9855" y="10972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Secure Payments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Safe and secure order placement with OTP verification, order history, and real-time order tracking for all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3695" y="3200400"/>
            <a:ext cx="6583680" cy="1828800"/>
          </a:xfrm>
          <a:prstGeom prst="roundRect">
            <a:avLst/>
          </a:prstGeom>
          <a:solidFill>
            <a:srgbClr val="E8EA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6575" y="33832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Efficient Management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Admin can manage products, categories, orders, and users from a central dashboard without any physical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457200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5847" y="0"/>
            <a:ext cx="6095847" cy="68580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53047" y="914400"/>
            <a:ext cx="51814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F2D7B"/>
                </a:solidFill>
              </a:defRPr>
            </a:pPr>
            <a:r>
              <a:t>Express Shopping is a full-stack e-commerce web application that allows customers to browse products by category, add items to cart, and place orders online with ease.</a:t>
            </a:r>
            <a:br/>
            <a:br/>
            <a:r>
              <a:t>It supports multiple user roles — Guest, Registered Customer, and Admin — with secure JWT authentication and role-based access for protected routes and admin features.</a:t>
            </a:r>
            <a:br/>
            <a:br/>
            <a:r>
              <a:t>Built with React.js for the frontend, Node.js and Express.js for the backend REST API, and MongoDB as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800">
                <a:solidFill>
                  <a:srgbClr val="1F2D7B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1F2D7B"/>
                </a:solidFill>
              </a:defRPr>
            </a:pPr>
            <a:r>
              <a:t>Product Shopping 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444444"/>
                </a:solidFill>
              </a:defRPr>
            </a:pPr>
            <a:r>
              <a:t>Add, remove, and update product quantities in cart. Persistent cart synced with user account via MongoDB.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86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1F2D7B"/>
                </a:solidFill>
              </a:defRPr>
            </a:pPr>
            <a:r>
              <a:t>Secure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2608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444444"/>
                </a:solidFill>
              </a:defRPr>
            </a:pPr>
            <a:r>
              <a:t>JWT-based login and registration. Role-based access control for Customer and Admin user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86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1F2D7B"/>
                </a:solidFill>
              </a:defRPr>
            </a:pPr>
            <a:r>
              <a:t>Order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2608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444444"/>
                </a:solidFill>
              </a:defRPr>
            </a:pPr>
            <a:r>
              <a:t>Place orders, view order history, and track order status from Pending to Shipped to Delivered.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Scope Of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9600"/>
                </a:solidFill>
              </a:defRPr>
            </a:pPr>
            <a:r>
              <a:t>✅ Online Product Browsing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Customers can browse products by category, brand, and price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Advanced search with keyword filtering and sort options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Product detail page with images, description, and reviews</a:t>
            </a:r>
          </a:p>
          <a:p>
            <a:pPr>
              <a:defRPr sz="1600">
                <a:solidFill>
                  <a:srgbClr val="444444"/>
                </a:solidFill>
              </a:defRPr>
            </a:pPr>
          </a:p>
          <a:p>
            <a:pPr>
              <a:defRPr b="1" sz="2000">
                <a:solidFill>
                  <a:srgbClr val="009600"/>
                </a:solidFill>
              </a:defRPr>
            </a:pPr>
            <a:r>
              <a:t>✅ Shopping Cart &amp; Checkout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Add products to cart and update quantities anytime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Checkout with shipping address and payment method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Order summary and confirmation email after placing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Scope Of Proposed System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9600"/>
                </a:solidFill>
              </a:defRPr>
            </a:pPr>
            <a:r>
              <a:t>✅ User Account Management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Customer registration, login, and profile management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View order history, track order status, manage addresses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Secure password update and account deletion option</a:t>
            </a:r>
          </a:p>
          <a:p>
            <a:pPr>
              <a:defRPr sz="1600">
                <a:solidFill>
                  <a:srgbClr val="444444"/>
                </a:solidFill>
              </a:defRPr>
            </a:pPr>
          </a:p>
          <a:p>
            <a:pPr>
              <a:defRPr b="1" sz="2000">
                <a:solidFill>
                  <a:srgbClr val="009600"/>
                </a:solidFill>
              </a:defRPr>
            </a:pPr>
            <a:r>
              <a:t>✅ Admin Product Management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Add, edit, delete products with images and stock details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Manage product categories and featured product listings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View inventory levels and get low-stock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Scope Of Proposed System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9600"/>
                </a:solidFill>
              </a:defRPr>
            </a:pPr>
            <a:r>
              <a:t>✅ Order &amp; Payment Scope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View all customer orders with status update control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Filter orders by date, status, or customer name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Cash on Delivery and online payment method support</a:t>
            </a:r>
          </a:p>
          <a:p>
            <a:pPr>
              <a:defRPr sz="1600">
                <a:solidFill>
                  <a:srgbClr val="444444"/>
                </a:solidFill>
              </a:defRPr>
            </a:pPr>
          </a:p>
          <a:p>
            <a:pPr>
              <a:defRPr b="1" sz="2000">
                <a:solidFill>
                  <a:srgbClr val="009600"/>
                </a:solidFill>
              </a:defRPr>
            </a:pPr>
            <a:r>
              <a:t>✅ Scalability &amp; Future Scope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Built with React.js and Node.js for high performance</a:t>
            </a:r>
          </a:p>
          <a:p>
            <a:pPr lvl="1">
              <a:defRPr sz="1600">
                <a:solidFill>
                  <a:srgbClr val="444444"/>
                </a:solidFill>
              </a:defRPr>
            </a:pPr>
            <a:r>
              <a:t>• Can be extended with mobile app, real payment,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Objectives Of Proposed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Secure User Authentication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Implement JWT login and registration with bcrypt password hashing. Role-based access for Customer and Admin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329184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0040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Complete Product Catalog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Enable customers to browse all products by category, search by keyword, sort by price, and filter by brand.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493776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Smooth Cart &amp; Checkout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Allow users to add products to cart, update quantities, apply coupons, and place orders with shipping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Objectives Of Proposed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RESTful API Backend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Build Node.js + Express.js REST API with full CRUD operations, middleware, input validation, error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329184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0040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MongoDB Database Design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Design collections for Users, Products, Categories, Orders, Cart, Reviews using Mongoose ODM schemas.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493776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Admin Management Panel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Provide admin dashboard to manage products, orders, and customers with real-time stats and analytics.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Objectives Of Proposed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Performance &amp; Security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Lazy loading React components, image optimization, Helmet.js headers, rate limiting, and CORS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E8EAF6"/>
          </a:solidFill>
          <a:ln>
            <a:solidFill>
              <a:srgbClr val="1F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3291840"/>
            <a:ext cx="914400" cy="914400"/>
          </a:xfrm>
          <a:prstGeom prst="ellipse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0040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F2D7B"/>
                </a:solidFill>
              </a:defRPr>
            </a:pPr>
            <a:r>
              <a:t>Cloud Deployment &amp; CI/CD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Deploy React frontend on Vercel, Node.js backend on Render, MongoDB Atlas for database, GitHub Actions CI/CD.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Task Dependency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1F2D7B"/>
                </a:solidFill>
              </a:defRPr>
            </a:pPr>
            <a:r>
              <a:t>DFD / UML — Context Level DFD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1F2D7B"/>
                </a:solidFill>
              </a:defRPr>
            </a:pPr>
            <a:r>
              <a:t>Level 1 DFD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1F2D7B"/>
                </a:solidFill>
              </a:defRPr>
            </a:pPr>
            <a:r>
              <a:t>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1F2D7B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Product Listing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Simple &amp; Clean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Shopping Cart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Customer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Checkout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Order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Product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F2D7B"/>
                </a:solidFill>
              </a:defRPr>
            </a:pPr>
            <a:r>
              <a:t>✨ Admin Control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Customer Login &amp; Registration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Customer Registration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Home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Product Listing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Product Detail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Shopping Cart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Checkout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Customer Dashboard &amp;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Admin Login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1F2D7B"/>
                </a:solidFill>
              </a:defRPr>
            </a:pPr>
            <a:r>
              <a:t>Admin — Manage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53047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1F2D7B"/>
                </a:solidFill>
              </a:defRPr>
            </a:pPr>
            <a:r>
              <a:t>Thank You!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Thanks For Your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3047" y="2286000"/>
            <a:ext cx="5029200" cy="1645920"/>
          </a:xfrm>
          <a:prstGeom prst="roundRect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35927" y="2468880"/>
            <a:ext cx="4663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Express Shopping can be extended with Razorpay/Stripe payment gateway, React Native mobile app, AI product recommendations, and real-time order tracking with GPS.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3047" y="4297680"/>
            <a:ext cx="5029200" cy="1645920"/>
          </a:xfrm>
          <a:prstGeom prst="roundRect">
            <a:avLst/>
          </a:prstGeom>
          <a:solidFill>
            <a:srgbClr val="1F2D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5927" y="4480560"/>
            <a:ext cx="4663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FFFFFF"/>
                </a:solidFill>
              </a:defRPr>
            </a:pPr>
            <a:r>
              <a:t>Questions Welcome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Ready to discuss implementation details, architecture decisions, tech stack choices, and any customization.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2967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